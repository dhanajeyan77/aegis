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INNOVYXA 2K26</a:t>
            </a:r>
          </a:p>
          <a:p/>
          <a:p>
            <a:r>
              <a:t>Aegis-BPF: Intent-Aware Kernel Security for Autonomous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1. [Your Name]</a:t>
            </a:r>
          </a:p>
          <a:p>
            <a:r>
              <a:t>2. [Friend's Name]</a:t>
            </a:r>
          </a:p>
          <a:p>
            <a:r>
              <a:t>3. [Member 3]</a:t>
            </a:r>
          </a:p>
          <a:p>
            <a:r>
              <a:t>4. [Member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Current billion-dollar security tools (Falco, Cilium) are completely blind to 'AI Intent'.</a:t>
            </a:r>
          </a:p>
          <a:p>
            <a:pPr>
              <a:defRPr sz="2000"/>
            </a:pPr>
            <a:r>
              <a:t>• When a Python AI accesses files, standard cloud security flags it as 'Normal Behavior'.</a:t>
            </a:r>
          </a:p>
          <a:p>
            <a:pPr>
              <a:defRPr sz="2000"/>
            </a:pPr>
            <a:r>
              <a:t>• If that AI is hijacked via a Prompt Injection Attack to steal credentials, standard tools still see it as 'Allowed'.</a:t>
            </a:r>
          </a:p>
          <a:p>
            <a:pPr>
              <a:defRPr sz="2000"/>
            </a:pPr>
            <a:r>
              <a:t>• Core Problem: Autonomous AI agents are ticking time bombs if hijacked, and cloud security cannot distinguish between approved vs malicious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Aegis-BPF: An Intent-Aware Security Vault that shifts security down to Ring 0 (The Linux Kernel).</a:t>
            </a:r>
          </a:p>
          <a:p>
            <a:pPr>
              <a:defRPr sz="2000"/>
            </a:pPr>
            <a:r>
              <a:t>• Physical Containment: We use eBPF to track and sandbox the AI's execution threads in real-time.</a:t>
            </a:r>
          </a:p>
          <a:p>
            <a:pPr>
              <a:defRPr sz="2000"/>
            </a:pPr>
            <a:r>
              <a:t>• Instant Neutralization: The millisecond the AI pivots to a malicious command (e.g., trying to run /bin/rm), the Kernel drops a SIGKILL and terminates the thread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Core Engine: Custom Golang Control Plane built on eBPF CO-RE (Compile Once, Run Everywhere).</a:t>
            </a:r>
          </a:p>
          <a:p>
            <a:pPr>
              <a:defRPr sz="2000"/>
            </a:pPr>
            <a:r>
              <a:t>• Dynamic Enforcement: We use BPF Hash Maps to inject new security policies directly into the kernel memory in 1 millisecond.</a:t>
            </a:r>
          </a:p>
          <a:p>
            <a:pPr>
              <a:defRPr sz="2000"/>
            </a:pPr>
            <a:r>
              <a:t>• Zero Overhead: Operates entirely in the kernel space, using virtually zero CPU or RAM.</a:t>
            </a:r>
          </a:p>
          <a:p>
            <a:pPr>
              <a:defRPr sz="2000"/>
            </a:pPr>
            <a:r>
              <a:t>• Universal Compatibility: Protects Kubernetes, Docker, AWS Firecracker MicroVMs, and Consumer Laptops natively.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Cloud/Enterprise Demo: An AI bot running inside a secure LXC container. We execute an over-the-network Prompt Injection attack from a mobile phone and watch the Kernel neutralize it.</a:t>
            </a:r>
          </a:p>
          <a:p>
            <a:pPr>
              <a:defRPr sz="2000"/>
            </a:pPr>
            <a:r>
              <a:t>• Consumer Local AI Demo: Aegis-BPF protecting a user running a local open-source LLM (Ollama/Phi-3).</a:t>
            </a:r>
          </a:p>
          <a:p>
            <a:pPr>
              <a:defRPr sz="2000"/>
            </a:pPr>
            <a:r>
              <a:t>• Command Center UI: A live Web Dashboard displaying the live Kernel link, intercepted syscalls, and dynamic policy injection.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Impact, Feasibility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Impact: Secures both enterprise cloud data centers (B2B) and everyday consumers running local open-source models (B2C).</a:t>
            </a:r>
          </a:p>
          <a:p>
            <a:pPr>
              <a:defRPr sz="2000"/>
            </a:pPr>
            <a:r>
              <a:t>• Feasibility: Ready for production today. We have fully automated CI/CD pipelines building native .deb and .rpm packages.</a:t>
            </a:r>
          </a:p>
          <a:p>
            <a:pPr>
              <a:defRPr sz="2000"/>
            </a:pPr>
            <a:r>
              <a:t>• Scalability: Aegis natively exposes an enterprise /metrics endpoint for Prometheus, allowing cloud providers to monitor AI threats across global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Conclusion: Aegis-BPF bridges the critical security gap between High-Level AI Intent and Low-Level Kernel Execution.</a:t>
            </a:r>
          </a:p>
          <a:p>
            <a:pPr>
              <a:defRPr sz="2000"/>
            </a:pPr>
            <a:r>
              <a:t>• Future Scope: LLM-to-eBPF Compiler allowing non-technical admins to type 'Block the AI from using the network' in plain English.</a:t>
            </a:r>
          </a:p>
          <a:p>
            <a:pPr>
              <a:defRPr sz="2000"/>
            </a:pPr>
            <a:r>
              <a:t>• Future Scope: Granular File-System Locks via dynamic memory-mapping to restrict AI 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Project Repository: github.com/Dhanajeyan77/aegis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